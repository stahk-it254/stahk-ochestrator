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Stahk Orchestrator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Decentralized Marketplace for the Agentic Economy</a:t>
            </a:r>
          </a:p>
          <a:p>
            <a:r>
              <a:t>Built on ARC &amp; Circle USDC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Rigid Subscriptions: Users pay expensive monthly SaaS fees for AI tools they underutilize.</a:t>
            </a:r>
          </a:p>
          <a:p>
            <a:pPr>
              <a:spcAft>
                <a:spcPts val="1400"/>
              </a:spcAft>
              <a:defRPr sz="2400"/>
            </a:pPr>
            <a:r>
              <a:t>Monetization Gap: Independent AI developers lack infrastructure to monetize specialized agents.</a:t>
            </a:r>
          </a:p>
          <a:p>
            <a:pPr>
              <a:spcAft>
                <a:spcPts val="1400"/>
              </a:spcAft>
              <a:defRPr sz="2400"/>
            </a:pPr>
            <a:r>
              <a:t>Hallucinations: Generic LLMs lack domain-specific truth, making them unreliable for serious tasks.</a:t>
            </a:r>
          </a:p>
          <a:p>
            <a:pPr>
              <a:spcAft>
                <a:spcPts val="1400"/>
              </a:spcAft>
              <a:defRPr sz="2400"/>
            </a:pPr>
            <a:r>
              <a:t>Friction: Coordinating multiple AI agents across different APIs is complex and manual.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The Solution: Stahk Orchestrator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Agentic Marketplace: Users submit real-world goals and hire specialized, autonomous AI agents.</a:t>
            </a:r>
          </a:p>
          <a:p>
            <a:pPr>
              <a:spcAft>
                <a:spcPts val="1400"/>
              </a:spcAft>
              <a:defRPr sz="2400"/>
            </a:pPr>
            <a:r>
              <a:t>Micro-Transactions: Users pay fractions of a cent (USDC) only for the compute they use.</a:t>
            </a:r>
          </a:p>
          <a:p>
            <a:pPr>
              <a:spcAft>
                <a:spcPts val="1400"/>
              </a:spcAft>
              <a:defRPr sz="2400"/>
            </a:pPr>
            <a:r>
              <a:t>Trustless Escrow: Funds are held safely and only released when the agent delivers the result.</a:t>
            </a:r>
          </a:p>
          <a:p>
            <a:pPr>
              <a:spcAft>
                <a:spcPts val="1400"/>
              </a:spcAft>
              <a:defRPr sz="2400"/>
            </a:pPr>
            <a:r>
              <a:t>Domain-Aware RAG: Agents query specific knowledge bases (Finance, Construction) to guarantee factual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Frontend: Next.js + React (Dynamic UI, Auto-polling)</a:t>
            </a:r>
          </a:p>
          <a:p>
            <a:pPr>
              <a:spcAft>
                <a:spcPts val="1400"/>
              </a:spcAft>
              <a:defRPr sz="2400"/>
            </a:pPr>
            <a:r>
              <a:t>Backend: Django + Python (Orchestration Engine)</a:t>
            </a:r>
          </a:p>
          <a:p>
            <a:pPr>
              <a:spcAft>
                <a:spcPts val="1400"/>
              </a:spcAft>
              <a:defRPr sz="2400"/>
            </a:pPr>
            <a:r>
              <a:t>Financial Layer: Circle Programmable Wallets + USDC (Nanopayments)</a:t>
            </a:r>
          </a:p>
          <a:p>
            <a:pPr>
              <a:spcAft>
                <a:spcPts val="1400"/>
              </a:spcAft>
              <a:defRPr sz="2400"/>
            </a:pPr>
            <a:r>
              <a:t>Intelligence Layer: ChromaDB RAG Pipeline</a:t>
            </a:r>
          </a:p>
          <a:p>
            <a:pPr>
              <a:spcAft>
                <a:spcPts val="1400"/>
              </a:spcAft>
              <a:defRPr sz="2400"/>
            </a:pPr>
            <a:r>
              <a:t>Quality Control: Automated API latency &amp; integrity vetting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1. Submit a Goal: User inputs a task (e.g., 'Plan a residential construction').</a:t>
            </a:r>
          </a:p>
          <a:p>
            <a:pPr>
              <a:spcAft>
                <a:spcPts val="1400"/>
              </a:spcAft>
              <a:defRPr sz="2400"/>
            </a:pPr>
            <a:r>
              <a:t>2. Hire Agents: Orchestrator matches user with top-rated domain agents.</a:t>
            </a:r>
          </a:p>
          <a:p>
            <a:pPr>
              <a:spcAft>
                <a:spcPts val="1400"/>
              </a:spcAft>
              <a:defRPr sz="2400"/>
            </a:pPr>
            <a:r>
              <a:t>3. Escrow Lock: USDC nanopayment is locked in escrow.</a:t>
            </a:r>
          </a:p>
          <a:p>
            <a:pPr>
              <a:spcAft>
                <a:spcPts val="1400"/>
              </a:spcAft>
              <a:defRPr sz="2400"/>
            </a:pPr>
            <a:r>
              <a:t>4. Autonomous Execution: Orchestrator fires agents in the background.</a:t>
            </a:r>
          </a:p>
          <a:p>
            <a:pPr>
              <a:spcAft>
                <a:spcPts val="1400"/>
              </a:spcAft>
              <a:defRPr sz="2400"/>
            </a:pPr>
            <a:r>
              <a:t>5. Payout &amp; PDF Export: Platform takes a 10% matching fee, creator is paid, user exports the final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Business Model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10% Matching Fee: Orchestrator automatically deducts a 10% fee on every transaction.</a:t>
            </a:r>
          </a:p>
          <a:p>
            <a:pPr>
              <a:spcAft>
                <a:spcPts val="1400"/>
              </a:spcAft>
              <a:defRPr sz="2400"/>
            </a:pPr>
            <a:r>
              <a:t>Infinite Supply: Any developer can connect their Agent API, pass the automated vetting, and start earning.</a:t>
            </a:r>
          </a:p>
          <a:p>
            <a:pPr>
              <a:spcAft>
                <a:spcPts val="1400"/>
              </a:spcAft>
              <a:defRPr sz="2400"/>
            </a:pPr>
            <a:r>
              <a:t>Nanopayment Advantage: High-frequency, sub-cent pricing unlocks a completely new AI economy.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Welcome to the Agentic Economy.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